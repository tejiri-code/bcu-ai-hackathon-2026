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embeddedFontLst>
    <p:embeddedFont>
      <p:font typeface="Alexandria SemiBold" pitchFamily="2" charset="-78"/>
      <p:regular r:id="rId6"/>
      <p:bold r:id="rId7"/>
    </p:embeddedFont>
    <p:embeddedFont>
      <p:font typeface="Sora Light" pitchFamily="2" charset="0"/>
      <p:regular r:id="rId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76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566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ejiri-code/BCU-AI-Hackathon-2026/tree/apexmin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98934"/>
            <a:ext cx="7052593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ApexMind — BCU AI Hackathon 2026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3943" y="1115169"/>
            <a:ext cx="470446" cy="254422"/>
          </a:xfrm>
          <a:prstGeom prst="roundRect">
            <a:avLst>
              <a:gd name="adj" fmla="val 17883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55129" y="1155725"/>
            <a:ext cx="765274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TEAM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73943" y="1521916"/>
            <a:ext cx="86533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Team Members: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ApexMind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3943" y="1890936"/>
            <a:ext cx="1428973" cy="263947"/>
          </a:xfrm>
          <a:prstGeom prst="roundRect">
            <a:avLst>
              <a:gd name="adj" fmla="val 17238"/>
            </a:avLst>
          </a:prstGeom>
          <a:noFill/>
          <a:ln w="4763">
            <a:solidFill>
              <a:srgbClr val="1A2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59891" y="1936254"/>
            <a:ext cx="1714277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MODELS &amp; HARDWARE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73943" y="2307208"/>
            <a:ext cx="8196114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All models open-source, ≤ 8B, GGUF via local llama.cpp OpenAI-compatible server on RTX 4060 (8 GB). Primary reasoner: Qwen3-8B (Q4_K_M, 8B). Ensemble voters: Qwen3-4B-Instruct-2507 and Qwen3.5-4B (4B each). Embeddings: Qwen3-Embedding-0.6B. Reranker: bge-reranker-v2-m3 (0.6B).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3943" y="3109615"/>
            <a:ext cx="745108" cy="263947"/>
          </a:xfrm>
          <a:prstGeom prst="roundRect">
            <a:avLst>
              <a:gd name="adj" fmla="val 17238"/>
            </a:avLst>
          </a:prstGeom>
          <a:noFill/>
          <a:ln w="4763">
            <a:solidFill>
              <a:srgbClr val="1A2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9891" y="3154933"/>
            <a:ext cx="1030412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STRATEGY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3943" y="3525887"/>
            <a:ext cx="81961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reproducible, Wikipedia-grounded RAG pipeline with confidence scoring and multi-model ensemble voting — run entirely locally.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3943" y="4111600"/>
            <a:ext cx="1212726" cy="263947"/>
          </a:xfrm>
          <a:prstGeom prst="roundRect">
            <a:avLst>
              <a:gd name="adj" fmla="val 17238"/>
            </a:avLst>
          </a:prstGeom>
          <a:noFill/>
          <a:ln w="4763">
            <a:solidFill>
              <a:srgbClr val="1A2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59891" y="4156918"/>
            <a:ext cx="1498029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INTERNET SEARCH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3943" y="4527872"/>
            <a:ext cx="86533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Yes — Wikipedia MediaWiki API (primary) + DuckDuckGo (web supplement).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82116"/>
            <a:ext cx="3742283" cy="41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Method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73943" y="1022896"/>
            <a:ext cx="1138461" cy="228377"/>
          </a:xfrm>
          <a:prstGeom prst="roundRect">
            <a:avLst>
              <a:gd name="adj" fmla="val 18366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804" y="1060326"/>
            <a:ext cx="1445940" cy="1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EVIDENCE SOURCE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73943" y="1380679"/>
            <a:ext cx="8653314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English Wikipedia via MediaWiki API (questions phrased "according to Wikipedia"), with DuckDuckGo web results as supplement.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73943" y="1701998"/>
            <a:ext cx="1972717" cy="228377"/>
          </a:xfrm>
          <a:prstGeom prst="roundRect">
            <a:avLst>
              <a:gd name="adj" fmla="val 18366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804" y="1739429"/>
            <a:ext cx="2280196" cy="1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EMBEDDING / RETRIEVAL / RANKING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73943" y="2059781"/>
            <a:ext cx="8196114" cy="575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Entity-focused query construction (1–3 queries from question + key option terms); cached retrieval of ~3 Wikipedia articles + 4 web results; evidence chunked into passages and reranked with bge-reranker-v2-m3 cross-encoder (Qwen3-Embedding dense pre-filter as fallback), keeping top ~5 passages within a 4000-character budget.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3943" y="2764929"/>
            <a:ext cx="1326952" cy="228377"/>
          </a:xfrm>
          <a:prstGeom prst="roundRect">
            <a:avLst>
              <a:gd name="adj" fmla="val 18366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804" y="2802359"/>
            <a:ext cx="1634430" cy="1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PROMPTING STRATEGY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3943" y="3122712"/>
            <a:ext cx="8196114" cy="575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Question + options + top evidence, asking for brief reasoning then "Answer: ". Two prompt methods — RAG (evidence) and closed-book — run for agreement-based confidence. Qwen3-8B at temperature 0 with /no_think and fixed seed (deterministic), plus seeded self-consistency samples.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3943" y="3827859"/>
            <a:ext cx="781348" cy="228377"/>
          </a:xfrm>
          <a:prstGeom prst="roundRect">
            <a:avLst>
              <a:gd name="adj" fmla="val 18366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804" y="3865290"/>
            <a:ext cx="1088827" cy="1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VALIDATION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73943" y="4185642"/>
            <a:ext cx="8196114" cy="575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Robust final-letter parsing; confidence score from agreement across samples, methods (RAG vs closed-book) and models plus evidence support; low-confidence questions escalated to 4B voters (weighted majority); sourced human verification of low-confidence/disputed items; submission validator (exactly 100 rows, values A–E or Unknown); pytest unit tests.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18430"/>
            <a:ext cx="3848398" cy="41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Results &amp; Reflection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73943" y="1073944"/>
            <a:ext cx="850329" cy="233437"/>
          </a:xfrm>
          <a:prstGeom prst="roundRect">
            <a:avLst>
              <a:gd name="adj" fmla="val 18273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50069" y="1111969"/>
            <a:ext cx="1155278" cy="157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FINAL SCORE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73943" y="1441252"/>
            <a:ext cx="8196114" cy="39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 official answer key exists. On a 20-question hand-verified gold set: closed-book 90%, RAG 100%, RAG+confidence 100% — retrieval adds +10 points. All 100 questions answered (including one Unknown for the unanswerable Q79).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73943" y="1968624"/>
            <a:ext cx="1685851" cy="233437"/>
          </a:xfrm>
          <a:prstGeom prst="roundRect">
            <a:avLst>
              <a:gd name="adj" fmla="val 18273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50069" y="2006650"/>
            <a:ext cx="1990799" cy="157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MOST USEFUL IMPROVEMENT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73943" y="2335932"/>
            <a:ext cx="8196114" cy="590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Wikipedia-grounded retrieval — because the questions are "according to Wikipedia", grounding the 8B reasoner in Wikipedia evidence (with cross-encoder reranking and an ensemble/confidence escalation) was the single biggest accuracy lever (+10 points over the model alone).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3943" y="3060055"/>
            <a:ext cx="1273894" cy="233437"/>
          </a:xfrm>
          <a:prstGeom prst="roundRect">
            <a:avLst>
              <a:gd name="adj" fmla="val 18273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0069" y="3098081"/>
            <a:ext cx="1578843" cy="157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KNOWN LIMITATIONS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3943" y="3427363"/>
            <a:ext cx="8196114" cy="590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 official key, so accuracy is a gold-set estimate; 8 GB VRAM forces one-model-at-a-time staging; DuckDuckGo can rate-limit (mitigated by caching — Wikipedia-first); Qwen3-8B sits at the 8B cap; five questions needed sourced manual verification, and Q79 is a genuinely flawed item answered Unknown.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3943" y="4151486"/>
            <a:ext cx="472306" cy="242962"/>
          </a:xfrm>
          <a:prstGeom prst="roundRect">
            <a:avLst>
              <a:gd name="adj" fmla="val 17556"/>
            </a:avLst>
          </a:prstGeom>
          <a:noFill/>
          <a:ln w="4763">
            <a:solidFill>
              <a:srgbClr val="1A2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54831" y="4194274"/>
            <a:ext cx="767730" cy="157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750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CODE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73943" y="4528319"/>
            <a:ext cx="8653314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50" u="sng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https://github.com/tejiri-code/BCU-AI-Hackathon-2026/tree/apexmind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A2D7A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465</Words>
  <Application>Microsoft Macintosh PowerPoint</Application>
  <PresentationFormat>On-screen Show (16:9)</PresentationFormat>
  <Paragraphs>30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Sora Light</vt:lpstr>
      <vt:lpstr>Alexandria SemiBold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evelyn edjere</cp:lastModifiedBy>
  <cp:revision>2</cp:revision>
  <dcterms:created xsi:type="dcterms:W3CDTF">2026-06-19T13:41:04Z</dcterms:created>
  <dcterms:modified xsi:type="dcterms:W3CDTF">2026-06-19T13:42:09Z</dcterms:modified>
</cp:coreProperties>
</file>